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校AI智能化园匹配系统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——失物招领系统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《软件工程》期末大作业答辩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学号：2408090602043    姓名：付亚盼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专业班级：数媒2402    指导教师：钟云飞</a:t>
            </a:r>
            <a:endParaRPr lang="en-US" sz="14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48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可行性分析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548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548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291840"/>
            <a:ext cx="548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91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548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548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89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项目概述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随着高校规模扩大，传统失物招领面临信息分散、匹配效率低、管理困难等问题。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项目意义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利用AI技术构建智能化失物招领平台，提高失物找回率，提升校园管理效率。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失物/招领信息发布与管理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AI智能匹配（多维度评分）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用户认证与权限管理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认领管理与审核流程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社区互动功能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统计分析仪表盘</a:t>
            </a:r>
            <a:endParaRPr lang="en-US" sz="13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可行性分析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0F7FA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Flask+SQLite+BERT技术栈成熟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Python生态丰富，AI模型易集成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931920" cy="1645920"/>
          </a:xfrm>
          <a:prstGeom prst="rect">
            <a:avLst/>
          </a:prstGeom>
          <a:solidFill>
            <a:srgbClr val="F0F7F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经济可行性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开发成本低（开源技术）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运行成本几乎为零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0F7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操作可行性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校园用户接受度高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界面简洁易用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3931920" cy="1645920"/>
          </a:xfrm>
          <a:prstGeom prst="rect">
            <a:avLst/>
          </a:prstGeom>
          <a:solidFill>
            <a:srgbClr val="F0F7FA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法律可行性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数据隐私有保障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AES加密+JWT认证</a:t>
            </a:r>
            <a:endParaRPr lang="en-US" sz="13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需求分析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核心功能需求（MoSCoW法则）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6459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Have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用户注册/登录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失物/招领CRUD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智能匹配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认领管理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1645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Should Have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通知系统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社区互动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积分系统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AI助手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1645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43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Could Have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第三方登录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数据分析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管理后台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164592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83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Won't Have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移动端App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短信推送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在线支付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非功能需求：性能（响应&lt;2s）、安全性（JWT+AES）、可用性（暗色/亮色主题）、可维护性（模块化设计）</a:t>
            </a:r>
            <a:endParaRPr lang="en-US" sz="12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客户端层：Web前端(mvp.html) / 移动端 / 桌面应用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7490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服务层：Flask REST API / JWT认证 / CORS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业务逻辑层：用户/失物/匹配/AI/社区/统计模块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374904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数据层：SQLite数据库 / 文件存储 / BERT模型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后端：Flask 3.0.0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8470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轻量级Web框架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0848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前端：HTML5/CSS3/JS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2860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纯原生单页应用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5237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数据库：SQLite 3.x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7249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嵌入式零配置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AI：BERT中文模型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1638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语义匹配/描述增强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401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认证：PyJWT 2.8.0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027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HS256签名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加密：PyCryptodome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04164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AES-CBC模式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42793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打包：PyInstaller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4480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onefile单文件</a:t>
            </a:r>
            <a:endParaRPr lang="en-US" sz="1000" dirty="0"/>
          </a:p>
        </p:txBody>
      </p:sp>
      <p:sp>
        <p:nvSpPr>
          <p:cNvPr id="3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系统实现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核心算法：多维度加权匹配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= 0.35×图像 + 0.30×文本 + 0.15×时间 + 0.15×地点 + 0.05×类别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3716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图像相似度(35%)：AI特征提取+余弦相似度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3716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文本相似度(30%)：BERT语义+Jaccard词集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3716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时间接近度(15%)：衰减函数：24h内=1.0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13716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地点接近度(15%)：相似度映射表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37160" cy="3200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类别匹配(5%)：父子类别层级匹配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项目规模统计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后端代码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约5000行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前端代码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约3000行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API端点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65个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48个</a:t>
            </a:r>
            <a:endParaRPr lang="en-US" sz="18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测试与质量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测试类型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93.8%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92.9%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95.8%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Bug统计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3776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Bug总数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77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已修复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致命Bug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1（已修复）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377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严重Bug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4（已修复）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9377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遗留问题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4个建议/轻微</a:t>
            </a:r>
            <a:endParaRPr lang="en-US" sz="14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总结与展望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项目完成情况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全部8项目标均已实现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65个API端点全部通过测试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系统功能完整、性能稳定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打包为单文件桌面应用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测试通过率95.8%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7F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后续改进方向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匹配权重支持动态配置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AI对话接入LLM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移动端长列表虚拟滚动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完善自动化回归测试</a:t>
            </a:r>
            <a:endParaRPr lang="en-US" sz="13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学号：2408090602043    姓名：付亚盼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指导教师：钟云飞</a:t>
            </a:r>
            <a:endParaRPr lang="en-US" sz="1400" dirty="0"/>
          </a:p>
        </p:txBody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2026-06-26T00:48:23Z</dcterms:created>
  <dcterms:modified xsi:type="dcterms:W3CDTF">2026-06-26T00:48:23Z</dcterms:modified>
</cp:coreProperties>
</file>